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4E37A0-409C-48EC-B719-3B81EECBCC32}" v="6" dt="2026-07-27T15:45:17.1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nivasa reddy kunduru" userId="871e5972bf4a269f" providerId="LiveId" clId="{1F2978F4-BF73-4B83-A71B-5FDA0D0F7FAE}"/>
    <pc:docChg chg="custSel addSld delSld modSld">
      <pc:chgData name="Srinivasa reddy kunduru" userId="871e5972bf4a269f" providerId="LiveId" clId="{1F2978F4-BF73-4B83-A71B-5FDA0D0F7FAE}" dt="2026-07-27T15:45:57.471" v="167" actId="22"/>
      <pc:docMkLst>
        <pc:docMk/>
      </pc:docMkLst>
      <pc:sldChg chg="addSp modSp mod">
        <pc:chgData name="Srinivasa reddy kunduru" userId="871e5972bf4a269f" providerId="LiveId" clId="{1F2978F4-BF73-4B83-A71B-5FDA0D0F7FAE}" dt="2026-07-27T15:39:58.091" v="113" actId="22"/>
        <pc:sldMkLst>
          <pc:docMk/>
          <pc:sldMk cId="3202129700" sldId="256"/>
        </pc:sldMkLst>
        <pc:spChg chg="mod">
          <ac:chgData name="Srinivasa reddy kunduru" userId="871e5972bf4a269f" providerId="LiveId" clId="{1F2978F4-BF73-4B83-A71B-5FDA0D0F7FAE}" dt="2026-07-27T15:37:12.591" v="28" actId="1076"/>
          <ac:spMkLst>
            <pc:docMk/>
            <pc:sldMk cId="3202129700" sldId="256"/>
            <ac:spMk id="3" creationId="{C490132C-6B6E-8289-32C7-22F8C0B292BB}"/>
          </ac:spMkLst>
        </pc:spChg>
        <pc:spChg chg="add mod">
          <ac:chgData name="Srinivasa reddy kunduru" userId="871e5972bf4a269f" providerId="LiveId" clId="{1F2978F4-BF73-4B83-A71B-5FDA0D0F7FAE}" dt="2026-07-27T15:38:15.445" v="94" actId="20577"/>
          <ac:spMkLst>
            <pc:docMk/>
            <pc:sldMk cId="3202129700" sldId="256"/>
            <ac:spMk id="4" creationId="{684AD1EB-B7DA-4FCC-99FE-FCE39A265E23}"/>
          </ac:spMkLst>
        </pc:spChg>
        <pc:picChg chg="add">
          <ac:chgData name="Srinivasa reddy kunduru" userId="871e5972bf4a269f" providerId="LiveId" clId="{1F2978F4-BF73-4B83-A71B-5FDA0D0F7FAE}" dt="2026-07-27T15:38:28.953" v="95" actId="22"/>
          <ac:picMkLst>
            <pc:docMk/>
            <pc:sldMk cId="3202129700" sldId="256"/>
            <ac:picMk id="6" creationId="{BFF317F9-5A5E-11BA-E716-A5D99256A8AA}"/>
          </ac:picMkLst>
        </pc:picChg>
        <pc:picChg chg="add">
          <ac:chgData name="Srinivasa reddy kunduru" userId="871e5972bf4a269f" providerId="LiveId" clId="{1F2978F4-BF73-4B83-A71B-5FDA0D0F7FAE}" dt="2026-07-27T15:39:58.091" v="113" actId="22"/>
          <ac:picMkLst>
            <pc:docMk/>
            <pc:sldMk cId="3202129700" sldId="256"/>
            <ac:picMk id="8" creationId="{ED2B8E08-AB5B-4FAF-E181-A517BAFDA613}"/>
          </ac:picMkLst>
        </pc:picChg>
      </pc:sldChg>
      <pc:sldChg chg="addSp modSp mod">
        <pc:chgData name="Srinivasa reddy kunduru" userId="871e5972bf4a269f" providerId="LiveId" clId="{1F2978F4-BF73-4B83-A71B-5FDA0D0F7FAE}" dt="2026-07-27T15:39:54.665" v="112" actId="22"/>
        <pc:sldMkLst>
          <pc:docMk/>
          <pc:sldMk cId="1213063039" sldId="257"/>
        </pc:sldMkLst>
        <pc:spChg chg="mod">
          <ac:chgData name="Srinivasa reddy kunduru" userId="871e5972bf4a269f" providerId="LiveId" clId="{1F2978F4-BF73-4B83-A71B-5FDA0D0F7FAE}" dt="2026-07-27T15:39:21.693" v="104" actId="1076"/>
          <ac:spMkLst>
            <pc:docMk/>
            <pc:sldMk cId="1213063039" sldId="257"/>
            <ac:spMk id="2" creationId="{8FA3980C-1711-FF37-7899-7BE686725C28}"/>
          </ac:spMkLst>
        </pc:spChg>
        <pc:spChg chg="mod">
          <ac:chgData name="Srinivasa reddy kunduru" userId="871e5972bf4a269f" providerId="LiveId" clId="{1F2978F4-BF73-4B83-A71B-5FDA0D0F7FAE}" dt="2026-07-27T15:39:13.361" v="102" actId="1076"/>
          <ac:spMkLst>
            <pc:docMk/>
            <pc:sldMk cId="1213063039" sldId="257"/>
            <ac:spMk id="3" creationId="{6B1E5DC0-99B1-5A11-0450-C3BA43C6DFFD}"/>
          </ac:spMkLst>
        </pc:spChg>
        <pc:picChg chg="add">
          <ac:chgData name="Srinivasa reddy kunduru" userId="871e5972bf4a269f" providerId="LiveId" clId="{1F2978F4-BF73-4B83-A71B-5FDA0D0F7FAE}" dt="2026-07-27T15:38:42.387" v="96" actId="22"/>
          <ac:picMkLst>
            <pc:docMk/>
            <pc:sldMk cId="1213063039" sldId="257"/>
            <ac:picMk id="5" creationId="{93312EA2-6FF7-70A6-1CE6-FD73665CE21D}"/>
          </ac:picMkLst>
        </pc:picChg>
        <pc:picChg chg="add">
          <ac:chgData name="Srinivasa reddy kunduru" userId="871e5972bf4a269f" providerId="LiveId" clId="{1F2978F4-BF73-4B83-A71B-5FDA0D0F7FAE}" dt="2026-07-27T15:39:54.665" v="112" actId="22"/>
          <ac:picMkLst>
            <pc:docMk/>
            <pc:sldMk cId="1213063039" sldId="257"/>
            <ac:picMk id="7" creationId="{2B729721-430B-B96C-8E22-243AB6C9EF03}"/>
          </ac:picMkLst>
        </pc:picChg>
      </pc:sldChg>
      <pc:sldChg chg="addSp modSp mod">
        <pc:chgData name="Srinivasa reddy kunduru" userId="871e5972bf4a269f" providerId="LiveId" clId="{1F2978F4-BF73-4B83-A71B-5FDA0D0F7FAE}" dt="2026-07-27T15:40:41.039" v="124" actId="122"/>
        <pc:sldMkLst>
          <pc:docMk/>
          <pc:sldMk cId="1066925701" sldId="258"/>
        </pc:sldMkLst>
        <pc:spChg chg="mod">
          <ac:chgData name="Srinivasa reddy kunduru" userId="871e5972bf4a269f" providerId="LiveId" clId="{1F2978F4-BF73-4B83-A71B-5FDA0D0F7FAE}" dt="2026-07-27T15:40:41.039" v="124" actId="122"/>
          <ac:spMkLst>
            <pc:docMk/>
            <pc:sldMk cId="1066925701" sldId="258"/>
            <ac:spMk id="2" creationId="{03E2E177-DC8E-D0C2-FAAA-AE8B271BE555}"/>
          </ac:spMkLst>
        </pc:spChg>
        <pc:spChg chg="mod">
          <ac:chgData name="Srinivasa reddy kunduru" userId="871e5972bf4a269f" providerId="LiveId" clId="{1F2978F4-BF73-4B83-A71B-5FDA0D0F7FAE}" dt="2026-07-27T15:40:36.802" v="123" actId="1076"/>
          <ac:spMkLst>
            <pc:docMk/>
            <pc:sldMk cId="1066925701" sldId="258"/>
            <ac:spMk id="3" creationId="{3E4C199B-A7EE-42E1-7EC0-B1B8BE4D8A76}"/>
          </ac:spMkLst>
        </pc:spChg>
        <pc:picChg chg="add">
          <ac:chgData name="Srinivasa reddy kunduru" userId="871e5972bf4a269f" providerId="LiveId" clId="{1F2978F4-BF73-4B83-A71B-5FDA0D0F7FAE}" dt="2026-07-27T15:39:25.934" v="105" actId="22"/>
          <ac:picMkLst>
            <pc:docMk/>
            <pc:sldMk cId="1066925701" sldId="258"/>
            <ac:picMk id="5" creationId="{7FBC0CBC-E66E-E6B6-E609-94B79230C565}"/>
          </ac:picMkLst>
        </pc:picChg>
        <pc:picChg chg="add">
          <ac:chgData name="Srinivasa reddy kunduru" userId="871e5972bf4a269f" providerId="LiveId" clId="{1F2978F4-BF73-4B83-A71B-5FDA0D0F7FAE}" dt="2026-07-27T15:40:00.421" v="114" actId="22"/>
          <ac:picMkLst>
            <pc:docMk/>
            <pc:sldMk cId="1066925701" sldId="258"/>
            <ac:picMk id="7" creationId="{4DB68311-BA97-6BBC-90B4-30D533FD2356}"/>
          </ac:picMkLst>
        </pc:picChg>
      </pc:sldChg>
      <pc:sldChg chg="addSp modSp mod">
        <pc:chgData name="Srinivasa reddy kunduru" userId="871e5972bf4a269f" providerId="LiveId" clId="{1F2978F4-BF73-4B83-A71B-5FDA0D0F7FAE}" dt="2026-07-27T15:41:12.218" v="130" actId="122"/>
        <pc:sldMkLst>
          <pc:docMk/>
          <pc:sldMk cId="2827011729" sldId="259"/>
        </pc:sldMkLst>
        <pc:spChg chg="mod">
          <ac:chgData name="Srinivasa reddy kunduru" userId="871e5972bf4a269f" providerId="LiveId" clId="{1F2978F4-BF73-4B83-A71B-5FDA0D0F7FAE}" dt="2026-07-27T15:41:12.218" v="130" actId="122"/>
          <ac:spMkLst>
            <pc:docMk/>
            <pc:sldMk cId="2827011729" sldId="259"/>
            <ac:spMk id="2" creationId="{51E94E03-FE59-4904-8B13-B029A448A186}"/>
          </ac:spMkLst>
        </pc:spChg>
        <pc:spChg chg="mod">
          <ac:chgData name="Srinivasa reddy kunduru" userId="871e5972bf4a269f" providerId="LiveId" clId="{1F2978F4-BF73-4B83-A71B-5FDA0D0F7FAE}" dt="2026-07-27T15:41:04.404" v="128" actId="1076"/>
          <ac:spMkLst>
            <pc:docMk/>
            <pc:sldMk cId="2827011729" sldId="259"/>
            <ac:spMk id="3" creationId="{826A9F06-4182-E5FD-D86B-7D8B2EC5E58C}"/>
          </ac:spMkLst>
        </pc:spChg>
        <pc:picChg chg="add">
          <ac:chgData name="Srinivasa reddy kunduru" userId="871e5972bf4a269f" providerId="LiveId" clId="{1F2978F4-BF73-4B83-A71B-5FDA0D0F7FAE}" dt="2026-07-27T15:39:28.356" v="106" actId="22"/>
          <ac:picMkLst>
            <pc:docMk/>
            <pc:sldMk cId="2827011729" sldId="259"/>
            <ac:picMk id="5" creationId="{6D64BD59-93B7-6F87-FCD1-351529028AB9}"/>
          </ac:picMkLst>
        </pc:picChg>
        <pc:picChg chg="add">
          <ac:chgData name="Srinivasa reddy kunduru" userId="871e5972bf4a269f" providerId="LiveId" clId="{1F2978F4-BF73-4B83-A71B-5FDA0D0F7FAE}" dt="2026-07-27T15:40:01.989" v="115" actId="22"/>
          <ac:picMkLst>
            <pc:docMk/>
            <pc:sldMk cId="2827011729" sldId="259"/>
            <ac:picMk id="7" creationId="{E8E418E7-672C-A50E-34B7-873781DFCBC6}"/>
          </ac:picMkLst>
        </pc:picChg>
      </pc:sldChg>
      <pc:sldChg chg="addSp modSp mod">
        <pc:chgData name="Srinivasa reddy kunduru" userId="871e5972bf4a269f" providerId="LiveId" clId="{1F2978F4-BF73-4B83-A71B-5FDA0D0F7FAE}" dt="2026-07-27T15:41:57.770" v="136" actId="122"/>
        <pc:sldMkLst>
          <pc:docMk/>
          <pc:sldMk cId="3620778394" sldId="260"/>
        </pc:sldMkLst>
        <pc:spChg chg="mod">
          <ac:chgData name="Srinivasa reddy kunduru" userId="871e5972bf4a269f" providerId="LiveId" clId="{1F2978F4-BF73-4B83-A71B-5FDA0D0F7FAE}" dt="2026-07-27T15:41:57.770" v="136" actId="122"/>
          <ac:spMkLst>
            <pc:docMk/>
            <pc:sldMk cId="3620778394" sldId="260"/>
            <ac:spMk id="2" creationId="{A22FB4A9-6D15-F3FD-11F8-9825B01891FC}"/>
          </ac:spMkLst>
        </pc:spChg>
        <pc:spChg chg="mod">
          <ac:chgData name="Srinivasa reddy kunduru" userId="871e5972bf4a269f" providerId="LiveId" clId="{1F2978F4-BF73-4B83-A71B-5FDA0D0F7FAE}" dt="2026-07-27T15:41:46.553" v="134" actId="1076"/>
          <ac:spMkLst>
            <pc:docMk/>
            <pc:sldMk cId="3620778394" sldId="260"/>
            <ac:spMk id="3" creationId="{7812B0FA-2A8D-834E-5302-1B674B379C26}"/>
          </ac:spMkLst>
        </pc:spChg>
        <pc:picChg chg="add">
          <ac:chgData name="Srinivasa reddy kunduru" userId="871e5972bf4a269f" providerId="LiveId" clId="{1F2978F4-BF73-4B83-A71B-5FDA0D0F7FAE}" dt="2026-07-27T15:39:30.289" v="107" actId="22"/>
          <ac:picMkLst>
            <pc:docMk/>
            <pc:sldMk cId="3620778394" sldId="260"/>
            <ac:picMk id="5" creationId="{78607202-9990-64F7-D465-D6C380A6FE36}"/>
          </ac:picMkLst>
        </pc:picChg>
        <pc:picChg chg="add">
          <ac:chgData name="Srinivasa reddy kunduru" userId="871e5972bf4a269f" providerId="LiveId" clId="{1F2978F4-BF73-4B83-A71B-5FDA0D0F7FAE}" dt="2026-07-27T15:40:03.517" v="116" actId="22"/>
          <ac:picMkLst>
            <pc:docMk/>
            <pc:sldMk cId="3620778394" sldId="260"/>
            <ac:picMk id="7" creationId="{20526593-C26B-60A9-CB34-0B982EC119FB}"/>
          </ac:picMkLst>
        </pc:picChg>
      </pc:sldChg>
      <pc:sldChg chg="addSp modSp mod">
        <pc:chgData name="Srinivasa reddy kunduru" userId="871e5972bf4a269f" providerId="LiveId" clId="{1F2978F4-BF73-4B83-A71B-5FDA0D0F7FAE}" dt="2026-07-27T15:42:36.646" v="142" actId="122"/>
        <pc:sldMkLst>
          <pc:docMk/>
          <pc:sldMk cId="3453690337" sldId="261"/>
        </pc:sldMkLst>
        <pc:spChg chg="mod">
          <ac:chgData name="Srinivasa reddy kunduru" userId="871e5972bf4a269f" providerId="LiveId" clId="{1F2978F4-BF73-4B83-A71B-5FDA0D0F7FAE}" dt="2026-07-27T15:42:36.646" v="142" actId="122"/>
          <ac:spMkLst>
            <pc:docMk/>
            <pc:sldMk cId="3453690337" sldId="261"/>
            <ac:spMk id="2" creationId="{771A3A8C-8388-AE22-09DE-9E79E8A0E24B}"/>
          </ac:spMkLst>
        </pc:spChg>
        <pc:spChg chg="mod">
          <ac:chgData name="Srinivasa reddy kunduru" userId="871e5972bf4a269f" providerId="LiveId" clId="{1F2978F4-BF73-4B83-A71B-5FDA0D0F7FAE}" dt="2026-07-27T15:42:26.851" v="140" actId="1076"/>
          <ac:spMkLst>
            <pc:docMk/>
            <pc:sldMk cId="3453690337" sldId="261"/>
            <ac:spMk id="3" creationId="{017766F1-D1B5-530C-1EF3-81E053629D71}"/>
          </ac:spMkLst>
        </pc:spChg>
        <pc:picChg chg="add">
          <ac:chgData name="Srinivasa reddy kunduru" userId="871e5972bf4a269f" providerId="LiveId" clId="{1F2978F4-BF73-4B83-A71B-5FDA0D0F7FAE}" dt="2026-07-27T15:39:32.867" v="108" actId="22"/>
          <ac:picMkLst>
            <pc:docMk/>
            <pc:sldMk cId="3453690337" sldId="261"/>
            <ac:picMk id="5" creationId="{F062ABF5-89D9-FB2B-568E-ABDCB90C2854}"/>
          </ac:picMkLst>
        </pc:picChg>
        <pc:picChg chg="add">
          <ac:chgData name="Srinivasa reddy kunduru" userId="871e5972bf4a269f" providerId="LiveId" clId="{1F2978F4-BF73-4B83-A71B-5FDA0D0F7FAE}" dt="2026-07-27T15:40:05.869" v="117" actId="22"/>
          <ac:picMkLst>
            <pc:docMk/>
            <pc:sldMk cId="3453690337" sldId="261"/>
            <ac:picMk id="7" creationId="{7B8AF2E9-8A80-31BB-FE4D-C12D049ACC57}"/>
          </ac:picMkLst>
        </pc:picChg>
      </pc:sldChg>
      <pc:sldChg chg="addSp modSp mod">
        <pc:chgData name="Srinivasa reddy kunduru" userId="871e5972bf4a269f" providerId="LiveId" clId="{1F2978F4-BF73-4B83-A71B-5FDA0D0F7FAE}" dt="2026-07-27T15:43:15.654" v="149" actId="122"/>
        <pc:sldMkLst>
          <pc:docMk/>
          <pc:sldMk cId="1577587429" sldId="262"/>
        </pc:sldMkLst>
        <pc:spChg chg="mod">
          <ac:chgData name="Srinivasa reddy kunduru" userId="871e5972bf4a269f" providerId="LiveId" clId="{1F2978F4-BF73-4B83-A71B-5FDA0D0F7FAE}" dt="2026-07-27T15:43:15.654" v="149" actId="122"/>
          <ac:spMkLst>
            <pc:docMk/>
            <pc:sldMk cId="1577587429" sldId="262"/>
            <ac:spMk id="2" creationId="{B5B5AAE3-FC83-0185-25AB-54B3D198A39F}"/>
          </ac:spMkLst>
        </pc:spChg>
        <pc:spChg chg="mod">
          <ac:chgData name="Srinivasa reddy kunduru" userId="871e5972bf4a269f" providerId="LiveId" clId="{1F2978F4-BF73-4B83-A71B-5FDA0D0F7FAE}" dt="2026-07-27T15:43:09.929" v="148" actId="1076"/>
          <ac:spMkLst>
            <pc:docMk/>
            <pc:sldMk cId="1577587429" sldId="262"/>
            <ac:spMk id="3" creationId="{E64EBEC3-78A3-7153-0FAE-73F45A55811C}"/>
          </ac:spMkLst>
        </pc:spChg>
        <pc:picChg chg="add">
          <ac:chgData name="Srinivasa reddy kunduru" userId="871e5972bf4a269f" providerId="LiveId" clId="{1F2978F4-BF73-4B83-A71B-5FDA0D0F7FAE}" dt="2026-07-27T15:39:35.809" v="109" actId="22"/>
          <ac:picMkLst>
            <pc:docMk/>
            <pc:sldMk cId="1577587429" sldId="262"/>
            <ac:picMk id="5" creationId="{C83E69EF-A055-5589-107C-98164CA1C2C4}"/>
          </ac:picMkLst>
        </pc:picChg>
        <pc:picChg chg="add">
          <ac:chgData name="Srinivasa reddy kunduru" userId="871e5972bf4a269f" providerId="LiveId" clId="{1F2978F4-BF73-4B83-A71B-5FDA0D0F7FAE}" dt="2026-07-27T15:40:08.026" v="118" actId="22"/>
          <ac:picMkLst>
            <pc:docMk/>
            <pc:sldMk cId="1577587429" sldId="262"/>
            <ac:picMk id="7" creationId="{D86B121F-6F83-FC69-5348-D3D3ADA60861}"/>
          </ac:picMkLst>
        </pc:picChg>
      </pc:sldChg>
      <pc:sldChg chg="addSp modSp mod">
        <pc:chgData name="Srinivasa reddy kunduru" userId="871e5972bf4a269f" providerId="LiveId" clId="{1F2978F4-BF73-4B83-A71B-5FDA0D0F7FAE}" dt="2026-07-27T15:45:57.471" v="167" actId="22"/>
        <pc:sldMkLst>
          <pc:docMk/>
          <pc:sldMk cId="935868269" sldId="263"/>
        </pc:sldMkLst>
        <pc:spChg chg="mod">
          <ac:chgData name="Srinivasa reddy kunduru" userId="871e5972bf4a269f" providerId="LiveId" clId="{1F2978F4-BF73-4B83-A71B-5FDA0D0F7FAE}" dt="2026-07-27T15:45:43.218" v="165" actId="1076"/>
          <ac:spMkLst>
            <pc:docMk/>
            <pc:sldMk cId="935868269" sldId="263"/>
            <ac:spMk id="2" creationId="{C036077E-68EB-8406-224D-A185A27A256C}"/>
          </ac:spMkLst>
        </pc:spChg>
        <pc:spChg chg="mod">
          <ac:chgData name="Srinivasa reddy kunduru" userId="871e5972bf4a269f" providerId="LiveId" clId="{1F2978F4-BF73-4B83-A71B-5FDA0D0F7FAE}" dt="2026-07-27T15:45:39.577" v="164" actId="1076"/>
          <ac:spMkLst>
            <pc:docMk/>
            <pc:sldMk cId="935868269" sldId="263"/>
            <ac:spMk id="3" creationId="{BE80F0C4-1905-8C37-6297-B8786FD4EEFC}"/>
          </ac:spMkLst>
        </pc:spChg>
        <pc:picChg chg="add">
          <ac:chgData name="Srinivasa reddy kunduru" userId="871e5972bf4a269f" providerId="LiveId" clId="{1F2978F4-BF73-4B83-A71B-5FDA0D0F7FAE}" dt="2026-07-27T15:45:49.567" v="166" actId="22"/>
          <ac:picMkLst>
            <pc:docMk/>
            <pc:sldMk cId="935868269" sldId="263"/>
            <ac:picMk id="5" creationId="{74603175-0D10-2B03-CCE7-7C091EE01FCD}"/>
          </ac:picMkLst>
        </pc:picChg>
        <pc:picChg chg="add">
          <ac:chgData name="Srinivasa reddy kunduru" userId="871e5972bf4a269f" providerId="LiveId" clId="{1F2978F4-BF73-4B83-A71B-5FDA0D0F7FAE}" dt="2026-07-27T15:45:57.471" v="167" actId="22"/>
          <ac:picMkLst>
            <pc:docMk/>
            <pc:sldMk cId="935868269" sldId="263"/>
            <ac:picMk id="7" creationId="{0453208E-D573-D428-BF7D-B4E5F4B94D1B}"/>
          </ac:picMkLst>
        </pc:picChg>
      </pc:sldChg>
      <pc:sldChg chg="add del">
        <pc:chgData name="Srinivasa reddy kunduru" userId="871e5972bf4a269f" providerId="LiveId" clId="{1F2978F4-BF73-4B83-A71B-5FDA0D0F7FAE}" dt="2026-07-27T15:39:49.467" v="111"/>
        <pc:sldMkLst>
          <pc:docMk/>
          <pc:sldMk cId="2644035200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2C3FF-0388-1146-9335-D3E783A763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CB576-81DD-87B6-8E1E-3FBF233FF9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15DD0-98FE-6153-2ACB-D6A33991D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60D-1253-4502-BB68-7465C491C996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23703-1792-BA7E-6633-004E3CE37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2AC7F-99DE-C4B9-DB9B-A995717CF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30F01-94F7-4E14-9C14-49BF5C4939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001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27B56-E3F8-C818-3CDB-6099D5022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8950A-CC03-B2DB-AF0A-364A613D4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804C0-721F-10A9-B027-9974C0966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60D-1253-4502-BB68-7465C491C996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CDF6A-1024-3466-4500-8E19CEA0F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E5630-2389-2153-96C9-D1E7C3F9D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30F01-94F7-4E14-9C14-49BF5C4939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01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9927A-9E55-E772-5B60-03091EFDD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4E571-D332-51B0-7D40-392979F9C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66C65-EE43-90E8-539A-AF18DEA13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60D-1253-4502-BB68-7465C491C996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3E4C9-D3E3-B7D1-695F-80DDB7482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4C6F4-6108-9B15-02F4-FE69F4F1F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30F01-94F7-4E14-9C14-49BF5C4939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1437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04B25-220B-9C4B-1308-B5C050F0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367C7-E9A9-7712-4486-050CC45A10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7363B0-553C-A62A-2EBB-D8B8FC0C8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2D7A8-1B1D-ACE5-5B9D-8BC15AD68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60D-1253-4502-BB68-7465C491C996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F9C26E-13A1-8352-BEAB-D917B0BE0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61F638-AF0D-3FE8-EAFD-F2484ACC8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30F01-94F7-4E14-9C14-49BF5C4939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808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5D46-6F75-F95F-F792-B18FECD2E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54E58-90CD-5DC4-E3A5-9231ECBC2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CB2AD7-935D-BBE4-C806-F2AC1B33A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D8F93D-A8DA-BAD4-35D0-D49B37A9CC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9D9CAE-66F0-E4CA-AA6E-4D8DA22FC5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33F58D-D53E-9CE5-BCE6-7BDA8684E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60D-1253-4502-BB68-7465C491C996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1CC5D6-95D3-1DDE-3BE3-DB9452111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179DC3-1955-BAD9-7C67-AAC3E7925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30F01-94F7-4E14-9C14-49BF5C4939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919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FE764-7428-9FE7-E4AA-59C1DE322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BA98A9-8E06-A12F-4255-7D9C00217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60D-1253-4502-BB68-7465C491C996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8BE44D-C83F-C485-7189-9559FDD70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3CEACA-110E-FA0F-A23F-563147AC0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30F01-94F7-4E14-9C14-49BF5C4939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438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6451E2-E354-2CC7-1CBB-C8F39A0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60D-1253-4502-BB68-7465C491C996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B06DD9-6023-54DD-7643-846A984DA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E2E72-6BED-5E39-12BE-0E8E5C1A9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30F01-94F7-4E14-9C14-49BF5C4939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343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0F2B2-5013-407D-EF10-72A170D6E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C1BD7-D820-06C2-D21B-893DE3092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C4688-F65C-0325-B3C3-6F0ABEB810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342264-62E9-2FD9-AB36-743DE3EB6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60D-1253-4502-BB68-7465C491C996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6441-D10E-33DD-5ABE-32505D78F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FB4A95-0C16-B169-DEBB-8716D5B1A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30F01-94F7-4E14-9C14-49BF5C4939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740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F19CA-94D3-08EF-3C4D-1A946E7BD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A8BCC0-8C79-2A16-61BD-7A2AFFF7AC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C0500A-C063-AC5B-FE7B-22C1577433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2F714B-1C9A-4C92-190E-73C01EAAE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60D-1253-4502-BB68-7465C491C996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6E8D7A-8047-F18F-9508-DE9B9CC3E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554BB8-B16E-F6C6-5D4E-A50F1B1DA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30F01-94F7-4E14-9C14-49BF5C4939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766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DE707-12EF-61C2-5208-3AF98C5BD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56D695-0566-2C58-B5DE-D4133760D9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7597A-DF8E-98FC-8256-F7E646E6C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60D-1253-4502-BB68-7465C491C996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35CCC-ED01-C5F3-F6B7-A022977DE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FF919-895D-1C5D-5106-313DE9FAF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30F01-94F7-4E14-9C14-49BF5C4939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6594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E0BD5B-FB37-62C3-5EFE-CC671FBFB1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EDF224-C11D-593B-2796-C49F65B953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5F909-2961-91C9-6EA6-865500D10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60D-1253-4502-BB68-7465C491C996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10F11-8189-2C3C-A41E-32A45B592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C8ABF-D839-DA5F-2991-F16C66132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30F01-94F7-4E14-9C14-49BF5C4939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231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8D3112-B6A0-013E-A46E-CD0517500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8B3C3-5104-C040-2724-698141FE6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E88F5-FE97-E1AE-604D-E2A90D0FCC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EBF60D-1253-4502-BB68-7465C491C996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44C03-CF9E-018B-8897-D127B713F0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89088-38E0-0D91-5845-7E5C8AD2D3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330F01-94F7-4E14-9C14-49BF5C4939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74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D126A-C9ED-05AC-8B42-D85E3C0845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Decision Tree Learning and Representation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90132C-6B6E-8289-32C7-22F8C0B292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3" y="4313238"/>
            <a:ext cx="3217333" cy="1655762"/>
          </a:xfrm>
        </p:spPr>
        <p:txBody>
          <a:bodyPr/>
          <a:lstStyle/>
          <a:p>
            <a:r>
              <a:rPr lang="en-US" dirty="0"/>
              <a:t>Guided by:</a:t>
            </a:r>
          </a:p>
          <a:p>
            <a:r>
              <a:rPr lang="en-US" dirty="0"/>
              <a:t>Dr. A shri Vindhya</a:t>
            </a:r>
            <a:endParaRPr lang="en-IN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4AD1EB-B7DA-4FCC-99FE-FCE39A265E23}"/>
              </a:ext>
            </a:extLst>
          </p:cNvPr>
          <p:cNvSpPr txBox="1"/>
          <p:nvPr/>
        </p:nvSpPr>
        <p:spPr>
          <a:xfrm>
            <a:off x="7924801" y="4313238"/>
            <a:ext cx="3445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By:</a:t>
            </a:r>
          </a:p>
          <a:p>
            <a:r>
              <a:rPr lang="en-US" dirty="0"/>
              <a:t>K . Srinivasa Reddy(192525452</a:t>
            </a:r>
            <a:r>
              <a:rPr lang="en-IN" dirty="0"/>
              <a:t>)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F317F9-5A5E-11BA-E716-A5D99256A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67"/>
            <a:ext cx="6096000" cy="9983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2B8E08-AB5B-4FAF-E181-A517BAFDA6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8267" y="378"/>
            <a:ext cx="6096000" cy="97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129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3980C-1711-FF37-7899-7BE686725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677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E5DC0-99B1-5A11-0450-C3BA43C6D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5225"/>
            <a:ext cx="10515600" cy="4351338"/>
          </a:xfrm>
        </p:spPr>
        <p:txBody>
          <a:bodyPr/>
          <a:lstStyle/>
          <a:p>
            <a:r>
              <a:rPr lang="en-IN" dirty="0"/>
              <a:t>Decision Tree is a supervised. </a:t>
            </a:r>
          </a:p>
          <a:p>
            <a:r>
              <a:rPr lang="en-IN" dirty="0"/>
              <a:t>The machine learning algorithm. </a:t>
            </a:r>
          </a:p>
          <a:p>
            <a:r>
              <a:rPr lang="en-IN" dirty="0"/>
              <a:t>It is mainly used for classification and regression tasks.</a:t>
            </a:r>
          </a:p>
          <a:p>
            <a:r>
              <a:rPr lang="en-IN" dirty="0"/>
              <a:t> It represents decisions in a tree-like </a:t>
            </a:r>
            <a:r>
              <a:rPr lang="en-IN" dirty="0" err="1"/>
              <a:t>structureodel</a:t>
            </a:r>
            <a:r>
              <a:rPr lang="en-IN" dirty="0"/>
              <a:t> is simple, visual, and easy to understand.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312EA2-6FF7-70A6-1CE6-FD73665CE2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67"/>
            <a:ext cx="6096000" cy="9983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729721-430B-B96C-8E22-243AB6C9EF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8267" y="378"/>
            <a:ext cx="6096000" cy="97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063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2E177-DC8E-D0C2-FAAA-AE8B271BE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467" y="1131892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Working of Decision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C199B-A7EE-42E1-7EC0-B1B8BE4D8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23328"/>
            <a:ext cx="10515600" cy="4351338"/>
          </a:xfrm>
        </p:spPr>
        <p:txBody>
          <a:bodyPr/>
          <a:lstStyle/>
          <a:p>
            <a:r>
              <a:rPr lang="en-IN" dirty="0"/>
              <a:t>The algorithm starts with the root node containing all data.</a:t>
            </a:r>
          </a:p>
          <a:p>
            <a:r>
              <a:rPr lang="en-IN" dirty="0"/>
              <a:t> It selects the best feature for splitting the data. </a:t>
            </a:r>
          </a:p>
          <a:p>
            <a:r>
              <a:rPr lang="en-IN" dirty="0"/>
              <a:t>The process continues until leaf nodes are reached. </a:t>
            </a:r>
          </a:p>
          <a:p>
            <a:r>
              <a:rPr lang="en-IN" dirty="0"/>
              <a:t>Each leaf node represents the final predicted class.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BC0CBC-E66E-E6B6-E609-94B79230C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67"/>
            <a:ext cx="6096000" cy="9983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B68311-BA97-6BBC-90B4-30D533FD23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8267" y="378"/>
            <a:ext cx="6096000" cy="97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925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94E03-FE59-4904-8B13-B029A448A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9066" y="975823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Entropy and Information Gain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A9F06-4182-E5FD-D86B-7D8B2EC5E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467" y="2506662"/>
            <a:ext cx="10515600" cy="4351338"/>
          </a:xfrm>
        </p:spPr>
        <p:txBody>
          <a:bodyPr/>
          <a:lstStyle/>
          <a:p>
            <a:r>
              <a:rPr lang="en-IN" b="1" dirty="0"/>
              <a:t>Entropy</a:t>
            </a:r>
            <a:r>
              <a:rPr lang="en-IN" dirty="0"/>
              <a:t> measures the uncertainty or impurity in a dataset. </a:t>
            </a:r>
          </a:p>
          <a:p>
            <a:r>
              <a:rPr lang="en-IN" b="1" dirty="0"/>
              <a:t>Information Gain</a:t>
            </a:r>
            <a:r>
              <a:rPr lang="en-IN" dirty="0"/>
              <a:t> measures the reduction in entropy after splitting. </a:t>
            </a:r>
          </a:p>
          <a:p>
            <a:r>
              <a:rPr lang="en-IN" dirty="0"/>
              <a:t>The feature with the highest information gain is selected.</a:t>
            </a:r>
          </a:p>
          <a:p>
            <a:r>
              <a:rPr lang="en-IN" dirty="0"/>
              <a:t> This helps create an accurate and efficient decision tree.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64BD59-93B7-6F87-FCD1-351529028A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67"/>
            <a:ext cx="6096000" cy="9983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E418E7-672C-A50E-34B7-873781DFCB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8267" y="378"/>
            <a:ext cx="6096000" cy="97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011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FB4A9-6D15-F3FD-11F8-9825B0189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467" y="1130184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Tree 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2B0FA-2A8D-834E-5302-1B674B379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79158"/>
            <a:ext cx="10515600" cy="4351338"/>
          </a:xfrm>
        </p:spPr>
        <p:txBody>
          <a:bodyPr/>
          <a:lstStyle/>
          <a:p>
            <a:r>
              <a:rPr lang="en-IN" dirty="0"/>
              <a:t>Tree pruning removes unnecessary branches from the tree. </a:t>
            </a:r>
          </a:p>
          <a:p>
            <a:r>
              <a:rPr lang="en-IN" dirty="0"/>
              <a:t>It reduces overfitting and improves model performance. </a:t>
            </a:r>
          </a:p>
          <a:p>
            <a:r>
              <a:rPr lang="en-IN" dirty="0"/>
              <a:t>Pruning creates a simpler and more efficient model. </a:t>
            </a:r>
          </a:p>
          <a:p>
            <a:r>
              <a:rPr lang="en-IN" dirty="0"/>
              <a:t>It also improves prediction on new, unseen data.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607202-9990-64F7-D465-D6C380A6FE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67"/>
            <a:ext cx="6096000" cy="9983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526593-C26B-60A9-CB34-0B982EC119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8267" y="378"/>
            <a:ext cx="6096000" cy="97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778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EF808-54B4-9D4C-48A1-FE86ABADF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A3A8C-8388-AE22-09DE-9E79E8A0E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1014863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Advantages and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766F1-D1B5-530C-1EF3-81E053629D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629959"/>
            <a:ext cx="10515600" cy="4351338"/>
          </a:xfrm>
        </p:spPr>
        <p:txBody>
          <a:bodyPr/>
          <a:lstStyle/>
          <a:p>
            <a:r>
              <a:rPr lang="en-IN" dirty="0"/>
              <a:t>Decision trees are easy to understand and interpret.</a:t>
            </a:r>
          </a:p>
          <a:p>
            <a:r>
              <a:rPr lang="en-IN" dirty="0"/>
              <a:t> They require little data preprocessing and are fast. </a:t>
            </a:r>
          </a:p>
          <a:p>
            <a:r>
              <a:rPr lang="en-IN" dirty="0"/>
              <a:t>However, they may overfit noisy or small datasets. </a:t>
            </a:r>
          </a:p>
          <a:p>
            <a:r>
              <a:rPr lang="en-IN" dirty="0"/>
              <a:t>Small changes in data can produce a different tree.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62ABF5-89D9-FB2B-568E-ABDCB90C28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67"/>
            <a:ext cx="6096000" cy="9983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8AF2E9-8A80-31BB-FE4D-C12D049ACC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8267" y="378"/>
            <a:ext cx="6096000" cy="97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690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C09F5-3DA3-3FF0-1C68-D8BF67841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5AAE3-FC83-0185-25AB-54B3D198A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9067" y="975823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EBEC3-78A3-7153-0FAE-73F45A558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97692"/>
            <a:ext cx="10515600" cy="4351338"/>
          </a:xfrm>
        </p:spPr>
        <p:txBody>
          <a:bodyPr/>
          <a:lstStyle/>
          <a:p>
            <a:r>
              <a:rPr lang="en-IN" dirty="0"/>
              <a:t>Used in medical diagnosis and disease prediction. </a:t>
            </a:r>
          </a:p>
          <a:p>
            <a:r>
              <a:rPr lang="en-IN" dirty="0"/>
              <a:t>Applied in loan approval and credit risk analysis. </a:t>
            </a:r>
          </a:p>
          <a:p>
            <a:r>
              <a:rPr lang="en-IN" dirty="0"/>
              <a:t>Used for fraud detection and spam email filtering. </a:t>
            </a:r>
          </a:p>
          <a:p>
            <a:r>
              <a:rPr lang="en-IN" dirty="0"/>
              <a:t>Decision trees support accurate classification and decision-making in many real-world applications.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3E69EF-A055-5589-107C-98164CA1C2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67"/>
            <a:ext cx="6096000" cy="9983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6B121F-6F83-FC69-5348-D3D3ADA608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8267" y="378"/>
            <a:ext cx="6096000" cy="97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587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6077E-68EB-8406-224D-A185A27A2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1705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0F0C4-1905-8C37-6297-B8786FD4E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/>
          <a:lstStyle/>
          <a:p>
            <a:r>
              <a:rPr lang="en-IN" dirty="0"/>
              <a:t>Decision Trees are simple and effective machine learning algorithms used for classification and decision-making. They use </a:t>
            </a:r>
            <a:r>
              <a:rPr lang="en-IN" b="1" dirty="0"/>
              <a:t>Entropy</a:t>
            </a:r>
            <a:r>
              <a:rPr lang="en-IN" dirty="0"/>
              <a:t> and </a:t>
            </a:r>
            <a:r>
              <a:rPr lang="en-IN" b="1" dirty="0"/>
              <a:t>Information Gain</a:t>
            </a:r>
            <a:r>
              <a:rPr lang="en-IN" dirty="0"/>
              <a:t> to create the best splits, while </a:t>
            </a:r>
            <a:r>
              <a:rPr lang="en-IN" b="1" dirty="0"/>
              <a:t>Tree Pruning</a:t>
            </a:r>
            <a:r>
              <a:rPr lang="en-IN" dirty="0"/>
              <a:t> improves accuracy by reducing overfitting. Due to their easy interpretation and practical applications, decision trees are widely used in many real-world problems.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603175-0D10-2B03-CCE7-7C091EE01F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67"/>
            <a:ext cx="6096000" cy="9983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53208E-D573-D428-BF7D-B4E5F4B94D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8267" y="378"/>
            <a:ext cx="6096000" cy="97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868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327</Words>
  <Application>Microsoft Office PowerPoint</Application>
  <PresentationFormat>Widescreen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Decision Tree Learning and Representation</vt:lpstr>
      <vt:lpstr>INTRODUCTION</vt:lpstr>
      <vt:lpstr>Working of Decision Tree</vt:lpstr>
      <vt:lpstr>Entropy and Information Gain</vt:lpstr>
      <vt:lpstr>Tree Pruning</vt:lpstr>
      <vt:lpstr>Advantages and Limitations</vt:lpstr>
      <vt:lpstr>Applications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Srinivasa reddy kunduru</dc:creator>
  <cp:lastModifiedBy>Srinivasa reddy kunduru</cp:lastModifiedBy>
  <cp:revision>1</cp:revision>
  <dcterms:created xsi:type="dcterms:W3CDTF">2026-07-27T12:54:55Z</dcterms:created>
  <dcterms:modified xsi:type="dcterms:W3CDTF">2026-07-27T15:46:04Z</dcterms:modified>
</cp:coreProperties>
</file>